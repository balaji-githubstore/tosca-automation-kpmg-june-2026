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5143500" cx="9144000"/>
  <p:notesSz cx="5143500" cy="9144000"/>
  <p:embeddedFontLst>
    <p:embeddedFont>
      <p:font typeface="Belleza"/>
      <p:regular r:id="rId18"/>
    </p:embeddedFont>
    <p:embeddedFont>
      <p:font typeface="Garamond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hWbGXGt1Ztdufudgxk6UNsRJT/U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Garamond-bold.fntdata"/><Relationship Id="rId11" Type="http://schemas.openxmlformats.org/officeDocument/2006/relationships/slide" Target="slides/slide7.xml"/><Relationship Id="rId22" Type="http://schemas.openxmlformats.org/officeDocument/2006/relationships/font" Target="fonts/Garamond-boldItalic.fntdata"/><Relationship Id="rId10" Type="http://schemas.openxmlformats.org/officeDocument/2006/relationships/slide" Target="slides/slide6.xml"/><Relationship Id="rId21" Type="http://schemas.openxmlformats.org/officeDocument/2006/relationships/font" Target="fonts/Garamond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Garamond-regular.fntdata"/><Relationship Id="rId6" Type="http://schemas.openxmlformats.org/officeDocument/2006/relationships/slide" Target="slides/slide2.xml"/><Relationship Id="rId18" Type="http://schemas.openxmlformats.org/officeDocument/2006/relationships/font" Target="fonts/Belleza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0" name="Google Shape;150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8" name="Google Shape;158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source: https://www.inviul.com/selenium-tutorials/</a:t>
            </a:r>
            <a:endParaRPr/>
          </a:p>
        </p:txBody>
      </p:sp>
      <p:sp>
        <p:nvSpPr>
          <p:cNvPr id="159" name="Google Shape;159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5" name="Google Shape;165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source: https://www.inviul.com/selenium-tutorials/</a:t>
            </a:r>
            <a:endParaRPr/>
          </a:p>
        </p:txBody>
      </p:sp>
      <p:sp>
        <p:nvSpPr>
          <p:cNvPr id="166" name="Google Shape;166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ecfe71ccbc_0_0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ecfe71ccbc_0_0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7" name="Google Shape;177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source: https://www.fitaacademy.in/blog/benefits-of-learning-selenium-automation-testing/</a:t>
            </a:r>
            <a:endParaRPr/>
          </a:p>
        </p:txBody>
      </p:sp>
      <p:sp>
        <p:nvSpPr>
          <p:cNvPr id="178" name="Google Shape;178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4" name="Google Shape;184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source: https://www.inviul.com/selenium-tutorials/</a:t>
            </a:r>
            <a:endParaRPr/>
          </a:p>
        </p:txBody>
      </p:sp>
      <p:sp>
        <p:nvSpPr>
          <p:cNvPr id="185" name="Google Shape;185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ecfe71ccbc_0_7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ecfe71ccbc_0_7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8" name="Google Shape;198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source: https://in.pinterest.com/pin/selenium-ide-open-source-record-and-playback-test-automation-for-the-web--715087247067662988/</a:t>
            </a:r>
            <a:endParaRPr/>
          </a:p>
        </p:txBody>
      </p:sp>
      <p:sp>
        <p:nvSpPr>
          <p:cNvPr id="199" name="Google Shape;199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6" name="Google Shape;206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source: https://devopedia.org/test-frameworks</a:t>
            </a:r>
            <a:endParaRPr/>
          </a:p>
        </p:txBody>
      </p:sp>
      <p:sp>
        <p:nvSpPr>
          <p:cNvPr id="207" name="Google Shape;207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4" name="Google Shape;214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source: http://www.softwaretestingmaterial.com/page-object-model/</a:t>
            </a:r>
            <a:endParaRPr/>
          </a:p>
        </p:txBody>
      </p:sp>
      <p:sp>
        <p:nvSpPr>
          <p:cNvPr id="215" name="Google Shape;215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1" name="Google Shape;221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source: https://www.gcreddy.com/2018/08/selenium-integration-with-other-tools.html</a:t>
            </a:r>
            <a:endParaRPr/>
          </a:p>
        </p:txBody>
      </p:sp>
      <p:sp>
        <p:nvSpPr>
          <p:cNvPr id="222" name="Google Shape;222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9" name="Google Shape;229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source: https://www.educba.com/selenium-automation-testing/</a:t>
            </a:r>
            <a:endParaRPr/>
          </a:p>
        </p:txBody>
      </p:sp>
      <p:sp>
        <p:nvSpPr>
          <p:cNvPr id="230" name="Google Shape;230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6" name="Google Shape;236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source: https://www.educba.com/selenium-automation-testing/</a:t>
            </a:r>
            <a:endParaRPr/>
          </a:p>
        </p:txBody>
      </p:sp>
      <p:sp>
        <p:nvSpPr>
          <p:cNvPr id="237" name="Google Shape;237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15"/>
          <p:cNvGrpSpPr/>
          <p:nvPr/>
        </p:nvGrpSpPr>
        <p:grpSpPr>
          <a:xfrm>
            <a:off x="-12700" y="0"/>
            <a:ext cx="9173370" cy="5142161"/>
            <a:chOff x="-16934" y="0"/>
            <a:chExt cx="12231160" cy="6856215"/>
          </a:xfrm>
        </p:grpSpPr>
        <p:pic>
          <p:nvPicPr>
            <p:cNvPr descr="HD-PanelTitleR1.png" id="19" name="Google Shape;19;p15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0"/>
              <a:ext cx="12188827" cy="68562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" name="Google Shape;20;p15"/>
            <p:cNvSpPr/>
            <p:nvPr/>
          </p:nvSpPr>
          <p:spPr>
            <a:xfrm>
              <a:off x="2328332" y="1540931"/>
              <a:ext cx="7543800" cy="3835500"/>
            </a:xfrm>
            <a:prstGeom prst="rect">
              <a:avLst/>
            </a:prstGeom>
            <a:noFill/>
            <a:ln cap="flat" cmpd="sng" w="15875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HDRibbonTitle-UniformTrim.png" id="21" name="Google Shape;21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HDRibbonTitle-UniformTrim.png" id="22" name="Google Shape;22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" name="Google Shape;23;p15"/>
          <p:cNvSpPr txBox="1"/>
          <p:nvPr>
            <p:ph type="ctrTitle"/>
          </p:nvPr>
        </p:nvSpPr>
        <p:spPr>
          <a:xfrm>
            <a:off x="2019299" y="1403349"/>
            <a:ext cx="5111700" cy="113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50"/>
              <a:buFont typeface="Garamond"/>
              <a:buNone/>
              <a:defRPr sz="405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" type="subTitle"/>
          </p:nvPr>
        </p:nvSpPr>
        <p:spPr>
          <a:xfrm>
            <a:off x="2019299" y="2743198"/>
            <a:ext cx="51117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315"/>
              </a:spcBef>
              <a:spcAft>
                <a:spcPts val="0"/>
              </a:spcAft>
              <a:buSzPts val="1811"/>
              <a:buNone/>
              <a:defRPr sz="1575">
                <a:solidFill>
                  <a:schemeClr val="dk1"/>
                </a:solidFill>
              </a:defRPr>
            </a:lvl1pPr>
            <a:lvl2pPr lvl="1" algn="ctr">
              <a:spcBef>
                <a:spcPts val="450"/>
              </a:spcBef>
              <a:spcAft>
                <a:spcPts val="0"/>
              </a:spcAft>
              <a:buSzPts val="1725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50"/>
              </a:spcBef>
              <a:spcAft>
                <a:spcPts val="0"/>
              </a:spcAft>
              <a:buSzPts val="1553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50"/>
              </a:spcBef>
              <a:spcAft>
                <a:spcPts val="0"/>
              </a:spcAft>
              <a:buSzPts val="138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50"/>
              </a:spcBef>
              <a:spcAft>
                <a:spcPts val="0"/>
              </a:spcAft>
              <a:buSzPts val="1208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50"/>
              </a:spcBef>
              <a:spcAft>
                <a:spcPts val="0"/>
              </a:spcAft>
              <a:buSzPts val="1208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50"/>
              </a:spcBef>
              <a:spcAft>
                <a:spcPts val="0"/>
              </a:spcAft>
              <a:buSzPts val="1208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50"/>
              </a:spcBef>
              <a:spcAft>
                <a:spcPts val="0"/>
              </a:spcAft>
              <a:buSzPts val="1208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50"/>
              </a:spcBef>
              <a:spcAft>
                <a:spcPts val="450"/>
              </a:spcAft>
              <a:buSzPts val="1208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5" name="Google Shape;25;p15"/>
          <p:cNvSpPr txBox="1"/>
          <p:nvPr>
            <p:ph idx="10" type="dt"/>
          </p:nvPr>
        </p:nvSpPr>
        <p:spPr>
          <a:xfrm>
            <a:off x="5987425" y="3778247"/>
            <a:ext cx="6732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1" type="ftr"/>
          </p:nvPr>
        </p:nvSpPr>
        <p:spPr>
          <a:xfrm>
            <a:off x="2019298" y="3778247"/>
            <a:ext cx="39111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5"/>
          <p:cNvSpPr txBox="1"/>
          <p:nvPr>
            <p:ph idx="12" type="sldNum"/>
          </p:nvPr>
        </p:nvSpPr>
        <p:spPr>
          <a:xfrm>
            <a:off x="6717676" y="3778247"/>
            <a:ext cx="4134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8" name="Google Shape;28;p15"/>
          <p:cNvCxnSpPr/>
          <p:nvPr/>
        </p:nvCxnSpPr>
        <p:spPr>
          <a:xfrm>
            <a:off x="2019299" y="2641598"/>
            <a:ext cx="51117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Google Shape;30;p16"/>
          <p:cNvCxnSpPr/>
          <p:nvPr/>
        </p:nvCxnSpPr>
        <p:spPr>
          <a:xfrm>
            <a:off x="1047127" y="1816100"/>
            <a:ext cx="70554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" name="Google Shape;31;p16"/>
          <p:cNvSpPr txBox="1"/>
          <p:nvPr>
            <p:ph type="title"/>
          </p:nvPr>
        </p:nvSpPr>
        <p:spPr>
          <a:xfrm>
            <a:off x="971552" y="736600"/>
            <a:ext cx="7200900" cy="9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" type="body"/>
          </p:nvPr>
        </p:nvSpPr>
        <p:spPr>
          <a:xfrm>
            <a:off x="971551" y="1917699"/>
            <a:ext cx="7200900" cy="24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0045" lvl="0" marL="457200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indent="-360045" lvl="1" marL="914400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2pPr>
            <a:lvl3pPr indent="-360045" lvl="2" marL="1371600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3pPr>
            <a:lvl4pPr indent="-360045" lvl="3" marL="1828800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4pPr>
            <a:lvl5pPr indent="-360045" lvl="4" marL="2286000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5pPr>
            <a:lvl6pPr indent="-360045" lvl="5" marL="2743200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spcBef>
                <a:spcPts val="450"/>
              </a:spcBef>
              <a:spcAft>
                <a:spcPts val="45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33" name="Google Shape;33;p16"/>
          <p:cNvSpPr txBox="1"/>
          <p:nvPr>
            <p:ph idx="10" type="dt"/>
          </p:nvPr>
        </p:nvSpPr>
        <p:spPr>
          <a:xfrm>
            <a:off x="6508126" y="4476750"/>
            <a:ext cx="12003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6"/>
          <p:cNvSpPr txBox="1"/>
          <p:nvPr>
            <p:ph idx="11" type="ftr"/>
          </p:nvPr>
        </p:nvSpPr>
        <p:spPr>
          <a:xfrm>
            <a:off x="971551" y="4476750"/>
            <a:ext cx="54795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2" type="sldNum"/>
          </p:nvPr>
        </p:nvSpPr>
        <p:spPr>
          <a:xfrm>
            <a:off x="7765426" y="4476750"/>
            <a:ext cx="4071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7"/>
          <p:cNvSpPr txBox="1"/>
          <p:nvPr>
            <p:ph type="title"/>
          </p:nvPr>
        </p:nvSpPr>
        <p:spPr>
          <a:xfrm>
            <a:off x="1511302" y="1314454"/>
            <a:ext cx="6119100" cy="13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300"/>
              <a:buFont typeface="Garamond"/>
              <a:buNone/>
              <a:defRPr b="0" sz="33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" type="body"/>
          </p:nvPr>
        </p:nvSpPr>
        <p:spPr>
          <a:xfrm>
            <a:off x="1511300" y="2884539"/>
            <a:ext cx="61191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360"/>
              </a:spcBef>
              <a:spcAft>
                <a:spcPts val="0"/>
              </a:spcAft>
              <a:buSzPts val="207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SzPts val="1553"/>
              <a:buNone/>
              <a:defRPr sz="135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50"/>
              </a:spcBef>
              <a:spcAft>
                <a:spcPts val="0"/>
              </a:spcAft>
              <a:buSzPts val="138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450"/>
              </a:spcBef>
              <a:spcAft>
                <a:spcPts val="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450"/>
              </a:spcBef>
              <a:spcAft>
                <a:spcPts val="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450"/>
              </a:spcBef>
              <a:spcAft>
                <a:spcPts val="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450"/>
              </a:spcBef>
              <a:spcAft>
                <a:spcPts val="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450"/>
              </a:spcBef>
              <a:spcAft>
                <a:spcPts val="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450"/>
              </a:spcBef>
              <a:spcAft>
                <a:spcPts val="45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9" name="Google Shape;39;p17"/>
          <p:cNvSpPr txBox="1"/>
          <p:nvPr>
            <p:ph idx="10" type="dt"/>
          </p:nvPr>
        </p:nvSpPr>
        <p:spPr>
          <a:xfrm>
            <a:off x="6508126" y="4476750"/>
            <a:ext cx="12003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7"/>
          <p:cNvSpPr txBox="1"/>
          <p:nvPr>
            <p:ph idx="11" type="ftr"/>
          </p:nvPr>
        </p:nvSpPr>
        <p:spPr>
          <a:xfrm>
            <a:off x="971551" y="4476750"/>
            <a:ext cx="54795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7"/>
          <p:cNvSpPr txBox="1"/>
          <p:nvPr>
            <p:ph idx="12" type="sldNum"/>
          </p:nvPr>
        </p:nvSpPr>
        <p:spPr>
          <a:xfrm>
            <a:off x="7765426" y="4476750"/>
            <a:ext cx="4071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2" name="Google Shape;42;p17"/>
          <p:cNvCxnSpPr/>
          <p:nvPr/>
        </p:nvCxnSpPr>
        <p:spPr>
          <a:xfrm>
            <a:off x="1509542" y="2782939"/>
            <a:ext cx="61224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Google Shape;44;p18"/>
          <p:cNvCxnSpPr/>
          <p:nvPr/>
        </p:nvCxnSpPr>
        <p:spPr>
          <a:xfrm>
            <a:off x="1047127" y="1816100"/>
            <a:ext cx="70554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18"/>
          <p:cNvSpPr txBox="1"/>
          <p:nvPr>
            <p:ph type="title"/>
          </p:nvPr>
        </p:nvSpPr>
        <p:spPr>
          <a:xfrm>
            <a:off x="971552" y="736600"/>
            <a:ext cx="7200900" cy="9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8"/>
          <p:cNvSpPr txBox="1"/>
          <p:nvPr>
            <p:ph idx="1" type="body"/>
          </p:nvPr>
        </p:nvSpPr>
        <p:spPr>
          <a:xfrm>
            <a:off x="973836" y="1920240"/>
            <a:ext cx="3538800" cy="24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0045" lvl="0" marL="457200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indent="-360045" lvl="1" marL="914400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2pPr>
            <a:lvl3pPr indent="-360045" lvl="2" marL="1371600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3pPr>
            <a:lvl4pPr indent="-360045" lvl="3" marL="1828800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4pPr>
            <a:lvl5pPr indent="-360045" lvl="4" marL="2286000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5pPr>
            <a:lvl6pPr indent="-360045" lvl="5" marL="2743200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spcBef>
                <a:spcPts val="450"/>
              </a:spcBef>
              <a:spcAft>
                <a:spcPts val="45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2" type="body"/>
          </p:nvPr>
        </p:nvSpPr>
        <p:spPr>
          <a:xfrm>
            <a:off x="4636008" y="1920240"/>
            <a:ext cx="3538800" cy="24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0045" lvl="0" marL="457200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indent="-360045" lvl="1" marL="914400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2pPr>
            <a:lvl3pPr indent="-360045" lvl="2" marL="1371600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3pPr>
            <a:lvl4pPr indent="-360045" lvl="3" marL="1828800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4pPr>
            <a:lvl5pPr indent="-360045" lvl="4" marL="2286000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5pPr>
            <a:lvl6pPr indent="-360045" lvl="5" marL="2743200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spcBef>
                <a:spcPts val="450"/>
              </a:spcBef>
              <a:spcAft>
                <a:spcPts val="45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0" type="dt"/>
          </p:nvPr>
        </p:nvSpPr>
        <p:spPr>
          <a:xfrm>
            <a:off x="6508126" y="4476750"/>
            <a:ext cx="12003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8"/>
          <p:cNvSpPr txBox="1"/>
          <p:nvPr>
            <p:ph idx="11" type="ftr"/>
          </p:nvPr>
        </p:nvSpPr>
        <p:spPr>
          <a:xfrm>
            <a:off x="971551" y="4476750"/>
            <a:ext cx="54795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8"/>
          <p:cNvSpPr txBox="1"/>
          <p:nvPr>
            <p:ph idx="12" type="sldNum"/>
          </p:nvPr>
        </p:nvSpPr>
        <p:spPr>
          <a:xfrm>
            <a:off x="7765426" y="4476750"/>
            <a:ext cx="4071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9"/>
          <p:cNvSpPr txBox="1"/>
          <p:nvPr>
            <p:ph type="title"/>
          </p:nvPr>
        </p:nvSpPr>
        <p:spPr>
          <a:xfrm>
            <a:off x="971552" y="736600"/>
            <a:ext cx="7200900" cy="9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300"/>
              <a:buFont typeface="Garamond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" type="body"/>
          </p:nvPr>
        </p:nvSpPr>
        <p:spPr>
          <a:xfrm>
            <a:off x="971550" y="1993900"/>
            <a:ext cx="35388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504"/>
              </a:spcBef>
              <a:spcAft>
                <a:spcPts val="0"/>
              </a:spcAft>
              <a:buSzPts val="2415"/>
              <a:buNone/>
              <a:defRPr b="0" sz="21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SzPts val="1725"/>
              <a:buNone/>
              <a:defRPr b="1" sz="1500"/>
            </a:lvl2pPr>
            <a:lvl3pPr indent="-228600" lvl="2" marL="1371600" algn="l">
              <a:spcBef>
                <a:spcPts val="450"/>
              </a:spcBef>
              <a:spcAft>
                <a:spcPts val="0"/>
              </a:spcAft>
              <a:buSzPts val="1553"/>
              <a:buNone/>
              <a:defRPr b="1" sz="1350"/>
            </a:lvl3pPr>
            <a:lvl4pPr indent="-228600" lvl="3" marL="1828800" algn="l">
              <a:spcBef>
                <a:spcPts val="450"/>
              </a:spcBef>
              <a:spcAft>
                <a:spcPts val="0"/>
              </a:spcAft>
              <a:buSzPts val="1380"/>
              <a:buNone/>
              <a:defRPr b="1" sz="1200"/>
            </a:lvl4pPr>
            <a:lvl5pPr indent="-228600" lvl="4" marL="2286000" algn="l">
              <a:spcBef>
                <a:spcPts val="450"/>
              </a:spcBef>
              <a:spcAft>
                <a:spcPts val="0"/>
              </a:spcAft>
              <a:buSzPts val="1380"/>
              <a:buNone/>
              <a:defRPr b="1" sz="1200"/>
            </a:lvl5pPr>
            <a:lvl6pPr indent="-228600" lvl="5" marL="2743200" algn="l">
              <a:spcBef>
                <a:spcPts val="450"/>
              </a:spcBef>
              <a:spcAft>
                <a:spcPts val="0"/>
              </a:spcAft>
              <a:buSzPts val="1380"/>
              <a:buNone/>
              <a:defRPr b="1" sz="1200"/>
            </a:lvl6pPr>
            <a:lvl7pPr indent="-228600" lvl="6" marL="3200400" algn="l">
              <a:spcBef>
                <a:spcPts val="450"/>
              </a:spcBef>
              <a:spcAft>
                <a:spcPts val="0"/>
              </a:spcAft>
              <a:buSzPts val="1380"/>
              <a:buNone/>
              <a:defRPr b="1" sz="1200"/>
            </a:lvl7pPr>
            <a:lvl8pPr indent="-228600" lvl="7" marL="3657600" algn="l">
              <a:spcBef>
                <a:spcPts val="450"/>
              </a:spcBef>
              <a:spcAft>
                <a:spcPts val="0"/>
              </a:spcAft>
              <a:buSzPts val="1380"/>
              <a:buNone/>
              <a:defRPr b="1" sz="1200"/>
            </a:lvl8pPr>
            <a:lvl9pPr indent="-228600" lvl="8" marL="4114800" algn="l">
              <a:spcBef>
                <a:spcPts val="450"/>
              </a:spcBef>
              <a:spcAft>
                <a:spcPts val="450"/>
              </a:spcAft>
              <a:buSzPts val="1380"/>
              <a:buNone/>
              <a:defRPr b="1" sz="1200"/>
            </a:lvl9pPr>
          </a:lstStyle>
          <a:p/>
        </p:txBody>
      </p:sp>
      <p:sp>
        <p:nvSpPr>
          <p:cNvPr id="54" name="Google Shape;54;p19"/>
          <p:cNvSpPr txBox="1"/>
          <p:nvPr>
            <p:ph idx="2" type="body"/>
          </p:nvPr>
        </p:nvSpPr>
        <p:spPr>
          <a:xfrm>
            <a:off x="971550" y="2432447"/>
            <a:ext cx="3538800" cy="19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0045" lvl="0" marL="457200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indent="-360045" lvl="1" marL="914400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2pPr>
            <a:lvl3pPr indent="-360045" lvl="2" marL="1371600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3pPr>
            <a:lvl4pPr indent="-360045" lvl="3" marL="1828800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4pPr>
            <a:lvl5pPr indent="-360045" lvl="4" marL="2286000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5pPr>
            <a:lvl6pPr indent="-360045" lvl="5" marL="2743200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spcBef>
                <a:spcPts val="450"/>
              </a:spcBef>
              <a:spcAft>
                <a:spcPts val="45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55" name="Google Shape;55;p19"/>
          <p:cNvSpPr txBox="1"/>
          <p:nvPr>
            <p:ph idx="3" type="body"/>
          </p:nvPr>
        </p:nvSpPr>
        <p:spPr>
          <a:xfrm>
            <a:off x="4635503" y="1993900"/>
            <a:ext cx="35388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504"/>
              </a:spcBef>
              <a:spcAft>
                <a:spcPts val="0"/>
              </a:spcAft>
              <a:buSzPts val="2415"/>
              <a:buNone/>
              <a:defRPr b="0" sz="21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SzPts val="1725"/>
              <a:buNone/>
              <a:defRPr b="1" sz="1500"/>
            </a:lvl2pPr>
            <a:lvl3pPr indent="-228600" lvl="2" marL="1371600" algn="l">
              <a:spcBef>
                <a:spcPts val="450"/>
              </a:spcBef>
              <a:spcAft>
                <a:spcPts val="0"/>
              </a:spcAft>
              <a:buSzPts val="1553"/>
              <a:buNone/>
              <a:defRPr b="1" sz="1350"/>
            </a:lvl3pPr>
            <a:lvl4pPr indent="-228600" lvl="3" marL="1828800" algn="l">
              <a:spcBef>
                <a:spcPts val="450"/>
              </a:spcBef>
              <a:spcAft>
                <a:spcPts val="0"/>
              </a:spcAft>
              <a:buSzPts val="1380"/>
              <a:buNone/>
              <a:defRPr b="1" sz="1200"/>
            </a:lvl4pPr>
            <a:lvl5pPr indent="-228600" lvl="4" marL="2286000" algn="l">
              <a:spcBef>
                <a:spcPts val="450"/>
              </a:spcBef>
              <a:spcAft>
                <a:spcPts val="0"/>
              </a:spcAft>
              <a:buSzPts val="1380"/>
              <a:buNone/>
              <a:defRPr b="1" sz="1200"/>
            </a:lvl5pPr>
            <a:lvl6pPr indent="-228600" lvl="5" marL="2743200" algn="l">
              <a:spcBef>
                <a:spcPts val="450"/>
              </a:spcBef>
              <a:spcAft>
                <a:spcPts val="0"/>
              </a:spcAft>
              <a:buSzPts val="1380"/>
              <a:buNone/>
              <a:defRPr b="1" sz="1200"/>
            </a:lvl6pPr>
            <a:lvl7pPr indent="-228600" lvl="6" marL="3200400" algn="l">
              <a:spcBef>
                <a:spcPts val="450"/>
              </a:spcBef>
              <a:spcAft>
                <a:spcPts val="0"/>
              </a:spcAft>
              <a:buSzPts val="1380"/>
              <a:buNone/>
              <a:defRPr b="1" sz="1200"/>
            </a:lvl7pPr>
            <a:lvl8pPr indent="-228600" lvl="7" marL="3657600" algn="l">
              <a:spcBef>
                <a:spcPts val="450"/>
              </a:spcBef>
              <a:spcAft>
                <a:spcPts val="0"/>
              </a:spcAft>
              <a:buSzPts val="1380"/>
              <a:buNone/>
              <a:defRPr b="1" sz="1200"/>
            </a:lvl8pPr>
            <a:lvl9pPr indent="-228600" lvl="8" marL="4114800" algn="l">
              <a:spcBef>
                <a:spcPts val="450"/>
              </a:spcBef>
              <a:spcAft>
                <a:spcPts val="450"/>
              </a:spcAft>
              <a:buSzPts val="1380"/>
              <a:buNone/>
              <a:defRPr b="1" sz="1200"/>
            </a:lvl9pPr>
          </a:lstStyle>
          <a:p/>
        </p:txBody>
      </p:sp>
      <p:sp>
        <p:nvSpPr>
          <p:cNvPr id="56" name="Google Shape;56;p19"/>
          <p:cNvSpPr txBox="1"/>
          <p:nvPr>
            <p:ph idx="4" type="body"/>
          </p:nvPr>
        </p:nvSpPr>
        <p:spPr>
          <a:xfrm>
            <a:off x="4635503" y="2432447"/>
            <a:ext cx="3538800" cy="19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0045" lvl="0" marL="457200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indent="-360045" lvl="1" marL="914400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2pPr>
            <a:lvl3pPr indent="-360045" lvl="2" marL="1371600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3pPr>
            <a:lvl4pPr indent="-360045" lvl="3" marL="1828800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4pPr>
            <a:lvl5pPr indent="-360045" lvl="4" marL="2286000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5pPr>
            <a:lvl6pPr indent="-360045" lvl="5" marL="2743200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spcBef>
                <a:spcPts val="450"/>
              </a:spcBef>
              <a:spcAft>
                <a:spcPts val="45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57" name="Google Shape;57;p19"/>
          <p:cNvSpPr txBox="1"/>
          <p:nvPr>
            <p:ph idx="10" type="dt"/>
          </p:nvPr>
        </p:nvSpPr>
        <p:spPr>
          <a:xfrm>
            <a:off x="6508126" y="4476750"/>
            <a:ext cx="12003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9"/>
          <p:cNvSpPr txBox="1"/>
          <p:nvPr>
            <p:ph idx="11" type="ftr"/>
          </p:nvPr>
        </p:nvSpPr>
        <p:spPr>
          <a:xfrm>
            <a:off x="971551" y="4476750"/>
            <a:ext cx="54795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2" type="sldNum"/>
          </p:nvPr>
        </p:nvSpPr>
        <p:spPr>
          <a:xfrm>
            <a:off x="7765426" y="4476750"/>
            <a:ext cx="4071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60" name="Google Shape;60;p19"/>
          <p:cNvCxnSpPr/>
          <p:nvPr/>
        </p:nvCxnSpPr>
        <p:spPr>
          <a:xfrm>
            <a:off x="1047127" y="1816100"/>
            <a:ext cx="70554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971552" y="736600"/>
            <a:ext cx="7200900" cy="9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 txBox="1"/>
          <p:nvPr>
            <p:ph idx="10" type="dt"/>
          </p:nvPr>
        </p:nvSpPr>
        <p:spPr>
          <a:xfrm>
            <a:off x="6508126" y="4476750"/>
            <a:ext cx="12003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0"/>
          <p:cNvSpPr txBox="1"/>
          <p:nvPr>
            <p:ph idx="11" type="ftr"/>
          </p:nvPr>
        </p:nvSpPr>
        <p:spPr>
          <a:xfrm>
            <a:off x="971551" y="4476750"/>
            <a:ext cx="54795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0"/>
          <p:cNvSpPr txBox="1"/>
          <p:nvPr>
            <p:ph idx="12" type="sldNum"/>
          </p:nvPr>
        </p:nvSpPr>
        <p:spPr>
          <a:xfrm>
            <a:off x="7765426" y="4476750"/>
            <a:ext cx="4071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66" name="Google Shape;66;p20"/>
          <p:cNvCxnSpPr/>
          <p:nvPr/>
        </p:nvCxnSpPr>
        <p:spPr>
          <a:xfrm>
            <a:off x="1047127" y="1816100"/>
            <a:ext cx="70554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1"/>
          <p:cNvSpPr txBox="1"/>
          <p:nvPr>
            <p:ph idx="10" type="dt"/>
          </p:nvPr>
        </p:nvSpPr>
        <p:spPr>
          <a:xfrm>
            <a:off x="6508126" y="4476750"/>
            <a:ext cx="12003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1"/>
          <p:cNvSpPr txBox="1"/>
          <p:nvPr>
            <p:ph idx="11" type="ftr"/>
          </p:nvPr>
        </p:nvSpPr>
        <p:spPr>
          <a:xfrm>
            <a:off x="971551" y="4476750"/>
            <a:ext cx="54795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2" type="sldNum"/>
          </p:nvPr>
        </p:nvSpPr>
        <p:spPr>
          <a:xfrm>
            <a:off x="7765426" y="4476750"/>
            <a:ext cx="4071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2"/>
          <p:cNvSpPr txBox="1"/>
          <p:nvPr>
            <p:ph type="title"/>
          </p:nvPr>
        </p:nvSpPr>
        <p:spPr>
          <a:xfrm>
            <a:off x="970359" y="1041401"/>
            <a:ext cx="27888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Garamond"/>
              <a:buNone/>
              <a:defRPr b="0" sz="1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" type="body"/>
          </p:nvPr>
        </p:nvSpPr>
        <p:spPr>
          <a:xfrm>
            <a:off x="4064001" y="736599"/>
            <a:ext cx="4102200" cy="367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60045" lvl="0" marL="457200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indent="-360045" lvl="1" marL="914400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2pPr>
            <a:lvl3pPr indent="-360045" lvl="2" marL="1371600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3pPr>
            <a:lvl4pPr indent="-360045" lvl="3" marL="1828800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4pPr>
            <a:lvl5pPr indent="-360045" lvl="4" marL="2286000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5pPr>
            <a:lvl6pPr indent="-360045" lvl="5" marL="2743200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spcBef>
                <a:spcPts val="450"/>
              </a:spcBef>
              <a:spcAft>
                <a:spcPts val="45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74" name="Google Shape;74;p22"/>
          <p:cNvSpPr txBox="1"/>
          <p:nvPr>
            <p:ph idx="2" type="body"/>
          </p:nvPr>
        </p:nvSpPr>
        <p:spPr>
          <a:xfrm>
            <a:off x="970359" y="2273299"/>
            <a:ext cx="27888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240"/>
              </a:spcBef>
              <a:spcAft>
                <a:spcPts val="0"/>
              </a:spcAft>
              <a:buSzPts val="1380"/>
              <a:buNone/>
              <a:defRPr sz="1200"/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SzPts val="1035"/>
              <a:buNone/>
              <a:defRPr sz="900"/>
            </a:lvl2pPr>
            <a:lvl3pPr indent="-228600" lvl="2" marL="1371600" algn="l">
              <a:spcBef>
                <a:spcPts val="450"/>
              </a:spcBef>
              <a:spcAft>
                <a:spcPts val="0"/>
              </a:spcAft>
              <a:buSzPts val="863"/>
              <a:buNone/>
              <a:defRPr sz="750"/>
            </a:lvl3pPr>
            <a:lvl4pPr indent="-228600" lvl="3" marL="1828800" algn="l">
              <a:spcBef>
                <a:spcPts val="450"/>
              </a:spcBef>
              <a:spcAft>
                <a:spcPts val="0"/>
              </a:spcAft>
              <a:buSzPts val="776"/>
              <a:buNone/>
              <a:defRPr sz="675"/>
            </a:lvl4pPr>
            <a:lvl5pPr indent="-228600" lvl="4" marL="2286000" algn="l">
              <a:spcBef>
                <a:spcPts val="450"/>
              </a:spcBef>
              <a:spcAft>
                <a:spcPts val="0"/>
              </a:spcAft>
              <a:buSzPts val="776"/>
              <a:buNone/>
              <a:defRPr sz="675"/>
            </a:lvl5pPr>
            <a:lvl6pPr indent="-228600" lvl="5" marL="2743200" algn="l">
              <a:spcBef>
                <a:spcPts val="450"/>
              </a:spcBef>
              <a:spcAft>
                <a:spcPts val="0"/>
              </a:spcAft>
              <a:buSzPts val="776"/>
              <a:buNone/>
              <a:defRPr sz="675"/>
            </a:lvl6pPr>
            <a:lvl7pPr indent="-228600" lvl="6" marL="3200400" algn="l">
              <a:spcBef>
                <a:spcPts val="450"/>
              </a:spcBef>
              <a:spcAft>
                <a:spcPts val="0"/>
              </a:spcAft>
              <a:buSzPts val="776"/>
              <a:buNone/>
              <a:defRPr sz="675"/>
            </a:lvl7pPr>
            <a:lvl8pPr indent="-228600" lvl="7" marL="3657600" algn="l">
              <a:spcBef>
                <a:spcPts val="450"/>
              </a:spcBef>
              <a:spcAft>
                <a:spcPts val="0"/>
              </a:spcAft>
              <a:buSzPts val="776"/>
              <a:buNone/>
              <a:defRPr sz="675"/>
            </a:lvl8pPr>
            <a:lvl9pPr indent="-228600" lvl="8" marL="4114800" algn="l">
              <a:spcBef>
                <a:spcPts val="450"/>
              </a:spcBef>
              <a:spcAft>
                <a:spcPts val="450"/>
              </a:spcAft>
              <a:buSzPts val="776"/>
              <a:buNone/>
              <a:defRPr sz="675"/>
            </a:lvl9pPr>
          </a:lstStyle>
          <a:p/>
        </p:txBody>
      </p:sp>
      <p:sp>
        <p:nvSpPr>
          <p:cNvPr id="75" name="Google Shape;75;p22"/>
          <p:cNvSpPr txBox="1"/>
          <p:nvPr>
            <p:ph idx="10" type="dt"/>
          </p:nvPr>
        </p:nvSpPr>
        <p:spPr>
          <a:xfrm>
            <a:off x="6508126" y="4476750"/>
            <a:ext cx="12003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1" type="ftr"/>
          </p:nvPr>
        </p:nvSpPr>
        <p:spPr>
          <a:xfrm>
            <a:off x="971551" y="4476750"/>
            <a:ext cx="54795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2" type="sldNum"/>
          </p:nvPr>
        </p:nvSpPr>
        <p:spPr>
          <a:xfrm>
            <a:off x="7765426" y="4476750"/>
            <a:ext cx="4071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78" name="Google Shape;78;p22"/>
          <p:cNvCxnSpPr/>
          <p:nvPr/>
        </p:nvCxnSpPr>
        <p:spPr>
          <a:xfrm>
            <a:off x="1047127" y="2184400"/>
            <a:ext cx="26358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3"/>
          <p:cNvSpPr txBox="1"/>
          <p:nvPr>
            <p:ph type="title"/>
          </p:nvPr>
        </p:nvSpPr>
        <p:spPr>
          <a:xfrm>
            <a:off x="971549" y="1412874"/>
            <a:ext cx="46815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100"/>
              <a:buFont typeface="Garamond"/>
              <a:buNone/>
              <a:defRPr b="0" sz="21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3"/>
          <p:cNvSpPr/>
          <p:nvPr>
            <p:ph idx="2" type="pic"/>
          </p:nvPr>
        </p:nvSpPr>
        <p:spPr>
          <a:xfrm>
            <a:off x="6071124" y="781050"/>
            <a:ext cx="2297400" cy="3581400"/>
          </a:xfrm>
          <a:prstGeom prst="roundRect">
            <a:avLst>
              <a:gd fmla="val 0" name="adj"/>
            </a:avLst>
          </a:prstGeom>
          <a:noFill/>
          <a:ln cap="flat" cmpd="thickThin" w="5715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82" name="Google Shape;82;p23"/>
          <p:cNvSpPr txBox="1"/>
          <p:nvPr>
            <p:ph idx="1" type="body"/>
          </p:nvPr>
        </p:nvSpPr>
        <p:spPr>
          <a:xfrm>
            <a:off x="971549" y="2441574"/>
            <a:ext cx="46815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270"/>
              </a:spcBef>
              <a:spcAft>
                <a:spcPts val="0"/>
              </a:spcAft>
              <a:buSzPts val="1553"/>
              <a:buNone/>
              <a:defRPr sz="1350"/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SzPts val="1035"/>
              <a:buNone/>
              <a:defRPr sz="900"/>
            </a:lvl2pPr>
            <a:lvl3pPr indent="-228600" lvl="2" marL="1371600" algn="l">
              <a:spcBef>
                <a:spcPts val="450"/>
              </a:spcBef>
              <a:spcAft>
                <a:spcPts val="0"/>
              </a:spcAft>
              <a:buSzPts val="863"/>
              <a:buNone/>
              <a:defRPr sz="750"/>
            </a:lvl3pPr>
            <a:lvl4pPr indent="-228600" lvl="3" marL="1828800" algn="l">
              <a:spcBef>
                <a:spcPts val="450"/>
              </a:spcBef>
              <a:spcAft>
                <a:spcPts val="0"/>
              </a:spcAft>
              <a:buSzPts val="776"/>
              <a:buNone/>
              <a:defRPr sz="675"/>
            </a:lvl4pPr>
            <a:lvl5pPr indent="-228600" lvl="4" marL="2286000" algn="l">
              <a:spcBef>
                <a:spcPts val="450"/>
              </a:spcBef>
              <a:spcAft>
                <a:spcPts val="0"/>
              </a:spcAft>
              <a:buSzPts val="776"/>
              <a:buNone/>
              <a:defRPr sz="675"/>
            </a:lvl5pPr>
            <a:lvl6pPr indent="-228600" lvl="5" marL="2743200" algn="l">
              <a:spcBef>
                <a:spcPts val="450"/>
              </a:spcBef>
              <a:spcAft>
                <a:spcPts val="0"/>
              </a:spcAft>
              <a:buSzPts val="776"/>
              <a:buNone/>
              <a:defRPr sz="675"/>
            </a:lvl6pPr>
            <a:lvl7pPr indent="-228600" lvl="6" marL="3200400" algn="l">
              <a:spcBef>
                <a:spcPts val="450"/>
              </a:spcBef>
              <a:spcAft>
                <a:spcPts val="0"/>
              </a:spcAft>
              <a:buSzPts val="776"/>
              <a:buNone/>
              <a:defRPr sz="675"/>
            </a:lvl7pPr>
            <a:lvl8pPr indent="-228600" lvl="7" marL="3657600" algn="l">
              <a:spcBef>
                <a:spcPts val="450"/>
              </a:spcBef>
              <a:spcAft>
                <a:spcPts val="0"/>
              </a:spcAft>
              <a:buSzPts val="776"/>
              <a:buNone/>
              <a:defRPr sz="675"/>
            </a:lvl8pPr>
            <a:lvl9pPr indent="-228600" lvl="8" marL="4114800" algn="l">
              <a:spcBef>
                <a:spcPts val="450"/>
              </a:spcBef>
              <a:spcAft>
                <a:spcPts val="450"/>
              </a:spcAft>
              <a:buSzPts val="776"/>
              <a:buNone/>
              <a:defRPr sz="675"/>
            </a:lvl9pPr>
          </a:lstStyle>
          <a:p/>
        </p:txBody>
      </p:sp>
      <p:sp>
        <p:nvSpPr>
          <p:cNvPr id="83" name="Google Shape;83;p23"/>
          <p:cNvSpPr txBox="1"/>
          <p:nvPr>
            <p:ph idx="10" type="dt"/>
          </p:nvPr>
        </p:nvSpPr>
        <p:spPr>
          <a:xfrm>
            <a:off x="6508126" y="4476750"/>
            <a:ext cx="12003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3"/>
          <p:cNvSpPr txBox="1"/>
          <p:nvPr>
            <p:ph idx="11" type="ftr"/>
          </p:nvPr>
        </p:nvSpPr>
        <p:spPr>
          <a:xfrm>
            <a:off x="971551" y="4476750"/>
            <a:ext cx="54795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3"/>
          <p:cNvSpPr txBox="1"/>
          <p:nvPr>
            <p:ph idx="12" type="sldNum"/>
          </p:nvPr>
        </p:nvSpPr>
        <p:spPr>
          <a:xfrm>
            <a:off x="7765426" y="4476750"/>
            <a:ext cx="4071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4"/>
          <p:cNvSpPr txBox="1"/>
          <p:nvPr>
            <p:ph type="title"/>
          </p:nvPr>
        </p:nvSpPr>
        <p:spPr>
          <a:xfrm>
            <a:off x="971551" y="3611561"/>
            <a:ext cx="72072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Garamond"/>
              <a:buNone/>
              <a:defRPr b="0" sz="1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4"/>
          <p:cNvSpPr/>
          <p:nvPr>
            <p:ph idx="2" type="pic"/>
          </p:nvPr>
        </p:nvSpPr>
        <p:spPr>
          <a:xfrm>
            <a:off x="781070" y="781050"/>
            <a:ext cx="7579500" cy="2502000"/>
          </a:xfrm>
          <a:prstGeom prst="roundRect">
            <a:avLst>
              <a:gd fmla="val 0" name="adj"/>
            </a:avLst>
          </a:prstGeom>
          <a:noFill/>
          <a:ln cap="flat" cmpd="thickThin" w="5715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89" name="Google Shape;89;p24"/>
          <p:cNvSpPr txBox="1"/>
          <p:nvPr>
            <p:ph idx="1" type="body"/>
          </p:nvPr>
        </p:nvSpPr>
        <p:spPr>
          <a:xfrm>
            <a:off x="971551" y="4036615"/>
            <a:ext cx="7207200" cy="3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210"/>
              </a:spcBef>
              <a:spcAft>
                <a:spcPts val="0"/>
              </a:spcAft>
              <a:buSzPts val="1208"/>
              <a:buNone/>
              <a:defRPr sz="1050"/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SzPts val="1035"/>
              <a:buNone/>
              <a:defRPr sz="900"/>
            </a:lvl2pPr>
            <a:lvl3pPr indent="-228600" lvl="2" marL="1371600" algn="l">
              <a:spcBef>
                <a:spcPts val="450"/>
              </a:spcBef>
              <a:spcAft>
                <a:spcPts val="0"/>
              </a:spcAft>
              <a:buSzPts val="863"/>
              <a:buNone/>
              <a:defRPr sz="750"/>
            </a:lvl3pPr>
            <a:lvl4pPr indent="-228600" lvl="3" marL="1828800" algn="l">
              <a:spcBef>
                <a:spcPts val="450"/>
              </a:spcBef>
              <a:spcAft>
                <a:spcPts val="0"/>
              </a:spcAft>
              <a:buSzPts val="776"/>
              <a:buNone/>
              <a:defRPr sz="675"/>
            </a:lvl4pPr>
            <a:lvl5pPr indent="-228600" lvl="4" marL="2286000" algn="l">
              <a:spcBef>
                <a:spcPts val="450"/>
              </a:spcBef>
              <a:spcAft>
                <a:spcPts val="0"/>
              </a:spcAft>
              <a:buSzPts val="776"/>
              <a:buNone/>
              <a:defRPr sz="675"/>
            </a:lvl5pPr>
            <a:lvl6pPr indent="-228600" lvl="5" marL="2743200" algn="l">
              <a:spcBef>
                <a:spcPts val="450"/>
              </a:spcBef>
              <a:spcAft>
                <a:spcPts val="0"/>
              </a:spcAft>
              <a:buSzPts val="776"/>
              <a:buNone/>
              <a:defRPr sz="675"/>
            </a:lvl6pPr>
            <a:lvl7pPr indent="-228600" lvl="6" marL="3200400" algn="l">
              <a:spcBef>
                <a:spcPts val="450"/>
              </a:spcBef>
              <a:spcAft>
                <a:spcPts val="0"/>
              </a:spcAft>
              <a:buSzPts val="776"/>
              <a:buNone/>
              <a:defRPr sz="675"/>
            </a:lvl7pPr>
            <a:lvl8pPr indent="-228600" lvl="7" marL="3657600" algn="l">
              <a:spcBef>
                <a:spcPts val="450"/>
              </a:spcBef>
              <a:spcAft>
                <a:spcPts val="0"/>
              </a:spcAft>
              <a:buSzPts val="776"/>
              <a:buNone/>
              <a:defRPr sz="675"/>
            </a:lvl8pPr>
            <a:lvl9pPr indent="-228600" lvl="8" marL="4114800" algn="l">
              <a:spcBef>
                <a:spcPts val="450"/>
              </a:spcBef>
              <a:spcAft>
                <a:spcPts val="450"/>
              </a:spcAft>
              <a:buSzPts val="776"/>
              <a:buNone/>
              <a:defRPr sz="675"/>
            </a:lvl9pPr>
          </a:lstStyle>
          <a:p/>
        </p:txBody>
      </p:sp>
      <p:sp>
        <p:nvSpPr>
          <p:cNvPr id="90" name="Google Shape;90;p24"/>
          <p:cNvSpPr txBox="1"/>
          <p:nvPr>
            <p:ph idx="10" type="dt"/>
          </p:nvPr>
        </p:nvSpPr>
        <p:spPr>
          <a:xfrm>
            <a:off x="6508126" y="4476750"/>
            <a:ext cx="12003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4"/>
          <p:cNvSpPr txBox="1"/>
          <p:nvPr>
            <p:ph idx="11" type="ftr"/>
          </p:nvPr>
        </p:nvSpPr>
        <p:spPr>
          <a:xfrm>
            <a:off x="971551" y="4476750"/>
            <a:ext cx="54795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4"/>
          <p:cNvSpPr txBox="1"/>
          <p:nvPr>
            <p:ph idx="12" type="sldNum"/>
          </p:nvPr>
        </p:nvSpPr>
        <p:spPr>
          <a:xfrm>
            <a:off x="7765426" y="4476750"/>
            <a:ext cx="4071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5"/>
          <p:cNvSpPr txBox="1"/>
          <p:nvPr>
            <p:ph type="title"/>
          </p:nvPr>
        </p:nvSpPr>
        <p:spPr>
          <a:xfrm>
            <a:off x="977901" y="736599"/>
            <a:ext cx="7194600" cy="221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Garamond"/>
              <a:buNone/>
              <a:defRPr b="0" sz="2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5"/>
          <p:cNvSpPr txBox="1"/>
          <p:nvPr>
            <p:ph idx="1" type="body"/>
          </p:nvPr>
        </p:nvSpPr>
        <p:spPr>
          <a:xfrm>
            <a:off x="977901" y="3257550"/>
            <a:ext cx="71946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300"/>
              </a:spcBef>
              <a:spcAft>
                <a:spcPts val="0"/>
              </a:spcAft>
              <a:buSzPts val="1725"/>
              <a:buNone/>
              <a:defRPr sz="15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SzPts val="1553"/>
              <a:buNone/>
              <a:defRPr sz="135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50"/>
              </a:spcBef>
              <a:spcAft>
                <a:spcPts val="0"/>
              </a:spcAft>
              <a:buSzPts val="138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450"/>
              </a:spcBef>
              <a:spcAft>
                <a:spcPts val="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450"/>
              </a:spcBef>
              <a:spcAft>
                <a:spcPts val="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450"/>
              </a:spcBef>
              <a:spcAft>
                <a:spcPts val="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450"/>
              </a:spcBef>
              <a:spcAft>
                <a:spcPts val="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450"/>
              </a:spcBef>
              <a:spcAft>
                <a:spcPts val="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450"/>
              </a:spcBef>
              <a:spcAft>
                <a:spcPts val="45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6" name="Google Shape;96;p25"/>
          <p:cNvSpPr txBox="1"/>
          <p:nvPr>
            <p:ph idx="10" type="dt"/>
          </p:nvPr>
        </p:nvSpPr>
        <p:spPr>
          <a:xfrm>
            <a:off x="6508126" y="4476750"/>
            <a:ext cx="12003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5"/>
          <p:cNvSpPr txBox="1"/>
          <p:nvPr>
            <p:ph idx="11" type="ftr"/>
          </p:nvPr>
        </p:nvSpPr>
        <p:spPr>
          <a:xfrm>
            <a:off x="971551" y="4476750"/>
            <a:ext cx="54795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5"/>
          <p:cNvSpPr txBox="1"/>
          <p:nvPr>
            <p:ph idx="12" type="sldNum"/>
          </p:nvPr>
        </p:nvSpPr>
        <p:spPr>
          <a:xfrm>
            <a:off x="7765426" y="4476750"/>
            <a:ext cx="4071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99" name="Google Shape;99;p25"/>
          <p:cNvCxnSpPr/>
          <p:nvPr/>
        </p:nvCxnSpPr>
        <p:spPr>
          <a:xfrm>
            <a:off x="1047127" y="3105149"/>
            <a:ext cx="70554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6"/>
          <p:cNvSpPr txBox="1"/>
          <p:nvPr>
            <p:ph type="title"/>
          </p:nvPr>
        </p:nvSpPr>
        <p:spPr>
          <a:xfrm>
            <a:off x="1084660" y="736599"/>
            <a:ext cx="6972300" cy="17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aramond"/>
              <a:buNone/>
              <a:defRPr b="0" sz="240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6"/>
          <p:cNvSpPr txBox="1"/>
          <p:nvPr>
            <p:ph idx="1" type="body"/>
          </p:nvPr>
        </p:nvSpPr>
        <p:spPr>
          <a:xfrm>
            <a:off x="1256109" y="2514600"/>
            <a:ext cx="66294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300"/>
              </a:spcBef>
              <a:spcAft>
                <a:spcPts val="0"/>
              </a:spcAft>
              <a:buSzPts val="1725"/>
              <a:buFont typeface="Garamond"/>
              <a:buNone/>
              <a:defRPr sz="1500"/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SzPts val="1725"/>
              <a:buFont typeface="Garamond"/>
              <a:buNone/>
              <a:defRPr/>
            </a:lvl2pPr>
            <a:lvl3pPr indent="-228600" lvl="2" marL="1371600" algn="l">
              <a:spcBef>
                <a:spcPts val="450"/>
              </a:spcBef>
              <a:spcAft>
                <a:spcPts val="0"/>
              </a:spcAft>
              <a:buSzPts val="1553"/>
              <a:buFont typeface="Garamond"/>
              <a:buNone/>
              <a:defRPr/>
            </a:lvl3pPr>
            <a:lvl4pPr indent="-228600" lvl="3" marL="1828800" algn="l">
              <a:spcBef>
                <a:spcPts val="450"/>
              </a:spcBef>
              <a:spcAft>
                <a:spcPts val="0"/>
              </a:spcAft>
              <a:buSzPts val="1380"/>
              <a:buFont typeface="Garamond"/>
              <a:buNone/>
              <a:defRPr/>
            </a:lvl4pPr>
            <a:lvl5pPr indent="-228600" lvl="4" marL="2286000" algn="l">
              <a:spcBef>
                <a:spcPts val="450"/>
              </a:spcBef>
              <a:spcAft>
                <a:spcPts val="0"/>
              </a:spcAft>
              <a:buSzPts val="1208"/>
              <a:buFont typeface="Garamond"/>
              <a:buNone/>
              <a:defRPr/>
            </a:lvl5pPr>
            <a:lvl6pPr indent="-360045" lvl="5" marL="2743200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spcBef>
                <a:spcPts val="450"/>
              </a:spcBef>
              <a:spcAft>
                <a:spcPts val="45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103" name="Google Shape;103;p26"/>
          <p:cNvSpPr txBox="1"/>
          <p:nvPr>
            <p:ph idx="2" type="body"/>
          </p:nvPr>
        </p:nvSpPr>
        <p:spPr>
          <a:xfrm>
            <a:off x="971551" y="3257550"/>
            <a:ext cx="72072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300"/>
              </a:spcBef>
              <a:spcAft>
                <a:spcPts val="0"/>
              </a:spcAft>
              <a:buSzPts val="1725"/>
              <a:buNone/>
              <a:defRPr sz="15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SzPts val="1553"/>
              <a:buNone/>
              <a:defRPr sz="135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50"/>
              </a:spcBef>
              <a:spcAft>
                <a:spcPts val="0"/>
              </a:spcAft>
              <a:buSzPts val="138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450"/>
              </a:spcBef>
              <a:spcAft>
                <a:spcPts val="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450"/>
              </a:spcBef>
              <a:spcAft>
                <a:spcPts val="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450"/>
              </a:spcBef>
              <a:spcAft>
                <a:spcPts val="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450"/>
              </a:spcBef>
              <a:spcAft>
                <a:spcPts val="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450"/>
              </a:spcBef>
              <a:spcAft>
                <a:spcPts val="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450"/>
              </a:spcBef>
              <a:spcAft>
                <a:spcPts val="45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4" name="Google Shape;104;p26"/>
          <p:cNvSpPr txBox="1"/>
          <p:nvPr>
            <p:ph idx="10" type="dt"/>
          </p:nvPr>
        </p:nvSpPr>
        <p:spPr>
          <a:xfrm>
            <a:off x="6508126" y="4476750"/>
            <a:ext cx="12003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6"/>
          <p:cNvSpPr txBox="1"/>
          <p:nvPr>
            <p:ph idx="11" type="ftr"/>
          </p:nvPr>
        </p:nvSpPr>
        <p:spPr>
          <a:xfrm>
            <a:off x="971551" y="4476750"/>
            <a:ext cx="54795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6"/>
          <p:cNvSpPr txBox="1"/>
          <p:nvPr>
            <p:ph idx="12" type="sldNum"/>
          </p:nvPr>
        </p:nvSpPr>
        <p:spPr>
          <a:xfrm>
            <a:off x="7765426" y="4476750"/>
            <a:ext cx="4071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7" name="Google Shape;107;p26"/>
          <p:cNvSpPr txBox="1"/>
          <p:nvPr/>
        </p:nvSpPr>
        <p:spPr>
          <a:xfrm>
            <a:off x="646510" y="659971"/>
            <a:ext cx="4572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“</a:t>
            </a:r>
            <a:endParaRPr/>
          </a:p>
        </p:txBody>
      </p:sp>
      <p:sp>
        <p:nvSpPr>
          <p:cNvPr id="108" name="Google Shape;108;p26"/>
          <p:cNvSpPr txBox="1"/>
          <p:nvPr/>
        </p:nvSpPr>
        <p:spPr>
          <a:xfrm>
            <a:off x="7950200" y="2120903"/>
            <a:ext cx="4572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”</a:t>
            </a:r>
            <a:endParaRPr/>
          </a:p>
        </p:txBody>
      </p:sp>
      <p:cxnSp>
        <p:nvCxnSpPr>
          <p:cNvPr id="109" name="Google Shape;109;p26"/>
          <p:cNvCxnSpPr/>
          <p:nvPr/>
        </p:nvCxnSpPr>
        <p:spPr>
          <a:xfrm>
            <a:off x="1047127" y="3105149"/>
            <a:ext cx="70554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7"/>
          <p:cNvSpPr txBox="1"/>
          <p:nvPr>
            <p:ph type="title"/>
          </p:nvPr>
        </p:nvSpPr>
        <p:spPr>
          <a:xfrm>
            <a:off x="971552" y="2481436"/>
            <a:ext cx="7207200" cy="110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Garamond"/>
              <a:buNone/>
              <a:defRPr b="0" sz="2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7"/>
          <p:cNvSpPr txBox="1"/>
          <p:nvPr>
            <p:ph idx="1" type="body"/>
          </p:nvPr>
        </p:nvSpPr>
        <p:spPr>
          <a:xfrm>
            <a:off x="971551" y="3583036"/>
            <a:ext cx="72072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SzPts val="1725"/>
              <a:buNone/>
              <a:defRPr sz="15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SzPts val="1553"/>
              <a:buNone/>
              <a:defRPr sz="135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50"/>
              </a:spcBef>
              <a:spcAft>
                <a:spcPts val="0"/>
              </a:spcAft>
              <a:buSzPts val="138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450"/>
              </a:spcBef>
              <a:spcAft>
                <a:spcPts val="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450"/>
              </a:spcBef>
              <a:spcAft>
                <a:spcPts val="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450"/>
              </a:spcBef>
              <a:spcAft>
                <a:spcPts val="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450"/>
              </a:spcBef>
              <a:spcAft>
                <a:spcPts val="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450"/>
              </a:spcBef>
              <a:spcAft>
                <a:spcPts val="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450"/>
              </a:spcBef>
              <a:spcAft>
                <a:spcPts val="45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3" name="Google Shape;113;p27"/>
          <p:cNvSpPr txBox="1"/>
          <p:nvPr>
            <p:ph idx="10" type="dt"/>
          </p:nvPr>
        </p:nvSpPr>
        <p:spPr>
          <a:xfrm>
            <a:off x="6508126" y="4476750"/>
            <a:ext cx="12003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7"/>
          <p:cNvSpPr txBox="1"/>
          <p:nvPr>
            <p:ph idx="11" type="ftr"/>
          </p:nvPr>
        </p:nvSpPr>
        <p:spPr>
          <a:xfrm>
            <a:off x="971551" y="4476750"/>
            <a:ext cx="54795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7"/>
          <p:cNvSpPr txBox="1"/>
          <p:nvPr>
            <p:ph idx="12" type="sldNum"/>
          </p:nvPr>
        </p:nvSpPr>
        <p:spPr>
          <a:xfrm>
            <a:off x="7765426" y="4476750"/>
            <a:ext cx="4071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8"/>
          <p:cNvSpPr txBox="1"/>
          <p:nvPr>
            <p:ph type="title"/>
          </p:nvPr>
        </p:nvSpPr>
        <p:spPr>
          <a:xfrm>
            <a:off x="1084660" y="736599"/>
            <a:ext cx="6972300" cy="16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aramond"/>
              <a:buNone/>
              <a:defRPr b="0" sz="240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8"/>
          <p:cNvSpPr txBox="1"/>
          <p:nvPr>
            <p:ph idx="1" type="body"/>
          </p:nvPr>
        </p:nvSpPr>
        <p:spPr>
          <a:xfrm>
            <a:off x="971551" y="2729484"/>
            <a:ext cx="72072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207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SzPts val="1553"/>
              <a:buNone/>
              <a:defRPr sz="135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50"/>
              </a:spcBef>
              <a:spcAft>
                <a:spcPts val="0"/>
              </a:spcAft>
              <a:buSzPts val="138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450"/>
              </a:spcBef>
              <a:spcAft>
                <a:spcPts val="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450"/>
              </a:spcBef>
              <a:spcAft>
                <a:spcPts val="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450"/>
              </a:spcBef>
              <a:spcAft>
                <a:spcPts val="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450"/>
              </a:spcBef>
              <a:spcAft>
                <a:spcPts val="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450"/>
              </a:spcBef>
              <a:spcAft>
                <a:spcPts val="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450"/>
              </a:spcBef>
              <a:spcAft>
                <a:spcPts val="45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9" name="Google Shape;119;p28"/>
          <p:cNvSpPr txBox="1"/>
          <p:nvPr>
            <p:ph idx="2" type="body"/>
          </p:nvPr>
        </p:nvSpPr>
        <p:spPr>
          <a:xfrm>
            <a:off x="971551" y="3397250"/>
            <a:ext cx="7207200" cy="10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70"/>
              </a:spcBef>
              <a:spcAft>
                <a:spcPts val="0"/>
              </a:spcAft>
              <a:buSzPts val="1553"/>
              <a:buNone/>
              <a:defRPr sz="135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SzPts val="1553"/>
              <a:buNone/>
              <a:defRPr sz="135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50"/>
              </a:spcBef>
              <a:spcAft>
                <a:spcPts val="0"/>
              </a:spcAft>
              <a:buSzPts val="138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450"/>
              </a:spcBef>
              <a:spcAft>
                <a:spcPts val="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450"/>
              </a:spcBef>
              <a:spcAft>
                <a:spcPts val="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450"/>
              </a:spcBef>
              <a:spcAft>
                <a:spcPts val="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450"/>
              </a:spcBef>
              <a:spcAft>
                <a:spcPts val="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450"/>
              </a:spcBef>
              <a:spcAft>
                <a:spcPts val="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450"/>
              </a:spcBef>
              <a:spcAft>
                <a:spcPts val="45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0" name="Google Shape;120;p28"/>
          <p:cNvSpPr txBox="1"/>
          <p:nvPr>
            <p:ph idx="10" type="dt"/>
          </p:nvPr>
        </p:nvSpPr>
        <p:spPr>
          <a:xfrm>
            <a:off x="6508126" y="4476750"/>
            <a:ext cx="12003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8"/>
          <p:cNvSpPr txBox="1"/>
          <p:nvPr>
            <p:ph idx="11" type="ftr"/>
          </p:nvPr>
        </p:nvSpPr>
        <p:spPr>
          <a:xfrm>
            <a:off x="971551" y="4476750"/>
            <a:ext cx="54795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8"/>
          <p:cNvSpPr txBox="1"/>
          <p:nvPr>
            <p:ph idx="12" type="sldNum"/>
          </p:nvPr>
        </p:nvSpPr>
        <p:spPr>
          <a:xfrm>
            <a:off x="7765426" y="4476750"/>
            <a:ext cx="4071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3" name="Google Shape;123;p28"/>
          <p:cNvSpPr txBox="1"/>
          <p:nvPr/>
        </p:nvSpPr>
        <p:spPr>
          <a:xfrm>
            <a:off x="646510" y="659971"/>
            <a:ext cx="4572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“</a:t>
            </a:r>
            <a:endParaRPr/>
          </a:p>
        </p:txBody>
      </p:sp>
      <p:sp>
        <p:nvSpPr>
          <p:cNvPr id="124" name="Google Shape;124;p28"/>
          <p:cNvSpPr txBox="1"/>
          <p:nvPr/>
        </p:nvSpPr>
        <p:spPr>
          <a:xfrm>
            <a:off x="7950200" y="1949446"/>
            <a:ext cx="4572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”</a:t>
            </a:r>
            <a:endParaRPr/>
          </a:p>
        </p:txBody>
      </p:sp>
      <p:cxnSp>
        <p:nvCxnSpPr>
          <p:cNvPr id="125" name="Google Shape;125;p28"/>
          <p:cNvCxnSpPr/>
          <p:nvPr/>
        </p:nvCxnSpPr>
        <p:spPr>
          <a:xfrm>
            <a:off x="1047127" y="2571750"/>
            <a:ext cx="70554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>
            <p:ph type="title"/>
          </p:nvPr>
        </p:nvSpPr>
        <p:spPr>
          <a:xfrm>
            <a:off x="971551" y="736599"/>
            <a:ext cx="7207200" cy="16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300"/>
              <a:buFont typeface="Garamond"/>
              <a:buNone/>
              <a:defRPr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9"/>
          <p:cNvSpPr txBox="1"/>
          <p:nvPr>
            <p:ph idx="1" type="body"/>
          </p:nvPr>
        </p:nvSpPr>
        <p:spPr>
          <a:xfrm>
            <a:off x="971551" y="2722626"/>
            <a:ext cx="72072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2415"/>
              <a:buNone/>
              <a:defRPr sz="21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SzPts val="1553"/>
              <a:buNone/>
              <a:defRPr sz="135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50"/>
              </a:spcBef>
              <a:spcAft>
                <a:spcPts val="0"/>
              </a:spcAft>
              <a:buSzPts val="138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450"/>
              </a:spcBef>
              <a:spcAft>
                <a:spcPts val="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450"/>
              </a:spcBef>
              <a:spcAft>
                <a:spcPts val="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450"/>
              </a:spcBef>
              <a:spcAft>
                <a:spcPts val="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450"/>
              </a:spcBef>
              <a:spcAft>
                <a:spcPts val="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450"/>
              </a:spcBef>
              <a:spcAft>
                <a:spcPts val="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450"/>
              </a:spcBef>
              <a:spcAft>
                <a:spcPts val="45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9" name="Google Shape;129;p29"/>
          <p:cNvSpPr txBox="1"/>
          <p:nvPr>
            <p:ph idx="2" type="body"/>
          </p:nvPr>
        </p:nvSpPr>
        <p:spPr>
          <a:xfrm>
            <a:off x="971550" y="3352800"/>
            <a:ext cx="7207200" cy="10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70"/>
              </a:spcBef>
              <a:spcAft>
                <a:spcPts val="0"/>
              </a:spcAft>
              <a:buSzPts val="1553"/>
              <a:buNone/>
              <a:defRPr sz="135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SzPts val="1553"/>
              <a:buNone/>
              <a:defRPr sz="135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50"/>
              </a:spcBef>
              <a:spcAft>
                <a:spcPts val="0"/>
              </a:spcAft>
              <a:buSzPts val="138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450"/>
              </a:spcBef>
              <a:spcAft>
                <a:spcPts val="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450"/>
              </a:spcBef>
              <a:spcAft>
                <a:spcPts val="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450"/>
              </a:spcBef>
              <a:spcAft>
                <a:spcPts val="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450"/>
              </a:spcBef>
              <a:spcAft>
                <a:spcPts val="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450"/>
              </a:spcBef>
              <a:spcAft>
                <a:spcPts val="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450"/>
              </a:spcBef>
              <a:spcAft>
                <a:spcPts val="450"/>
              </a:spcAft>
              <a:buSzPts val="1208"/>
              <a:buNone/>
              <a:defRPr sz="105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0" name="Google Shape;130;p29"/>
          <p:cNvSpPr txBox="1"/>
          <p:nvPr>
            <p:ph idx="10" type="dt"/>
          </p:nvPr>
        </p:nvSpPr>
        <p:spPr>
          <a:xfrm>
            <a:off x="6508126" y="4476750"/>
            <a:ext cx="12003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9"/>
          <p:cNvSpPr txBox="1"/>
          <p:nvPr>
            <p:ph idx="11" type="ftr"/>
          </p:nvPr>
        </p:nvSpPr>
        <p:spPr>
          <a:xfrm>
            <a:off x="971551" y="4476750"/>
            <a:ext cx="54795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29"/>
          <p:cNvSpPr txBox="1"/>
          <p:nvPr>
            <p:ph idx="12" type="sldNum"/>
          </p:nvPr>
        </p:nvSpPr>
        <p:spPr>
          <a:xfrm>
            <a:off x="7765426" y="4476750"/>
            <a:ext cx="4071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33" name="Google Shape;133;p29"/>
          <p:cNvCxnSpPr/>
          <p:nvPr/>
        </p:nvCxnSpPr>
        <p:spPr>
          <a:xfrm>
            <a:off x="1047127" y="2571750"/>
            <a:ext cx="70554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0"/>
          <p:cNvSpPr txBox="1"/>
          <p:nvPr>
            <p:ph type="title"/>
          </p:nvPr>
        </p:nvSpPr>
        <p:spPr>
          <a:xfrm>
            <a:off x="971552" y="736600"/>
            <a:ext cx="7200900" cy="9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300"/>
              <a:buFont typeface="Garamond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30"/>
          <p:cNvSpPr txBox="1"/>
          <p:nvPr>
            <p:ph idx="1" type="body"/>
          </p:nvPr>
        </p:nvSpPr>
        <p:spPr>
          <a:xfrm rot="5400000">
            <a:off x="3327448" y="-438201"/>
            <a:ext cx="2489100" cy="72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0045" lvl="0" marL="457200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indent="-360045" lvl="1" marL="914400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2pPr>
            <a:lvl3pPr indent="-360045" lvl="2" marL="1371600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3pPr>
            <a:lvl4pPr indent="-360045" lvl="3" marL="1828800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4pPr>
            <a:lvl5pPr indent="-360045" lvl="4" marL="2286000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5pPr>
            <a:lvl6pPr indent="-360045" lvl="5" marL="2743200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spcBef>
                <a:spcPts val="450"/>
              </a:spcBef>
              <a:spcAft>
                <a:spcPts val="45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137" name="Google Shape;137;p30"/>
          <p:cNvSpPr txBox="1"/>
          <p:nvPr>
            <p:ph idx="10" type="dt"/>
          </p:nvPr>
        </p:nvSpPr>
        <p:spPr>
          <a:xfrm>
            <a:off x="6508126" y="4476750"/>
            <a:ext cx="12003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0"/>
          <p:cNvSpPr txBox="1"/>
          <p:nvPr>
            <p:ph idx="11" type="ftr"/>
          </p:nvPr>
        </p:nvSpPr>
        <p:spPr>
          <a:xfrm>
            <a:off x="971551" y="4476750"/>
            <a:ext cx="54795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30"/>
          <p:cNvSpPr txBox="1"/>
          <p:nvPr>
            <p:ph idx="12" type="sldNum"/>
          </p:nvPr>
        </p:nvSpPr>
        <p:spPr>
          <a:xfrm>
            <a:off x="7765426" y="4476750"/>
            <a:ext cx="4071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40" name="Google Shape;140;p30"/>
          <p:cNvCxnSpPr/>
          <p:nvPr/>
        </p:nvCxnSpPr>
        <p:spPr>
          <a:xfrm>
            <a:off x="1047127" y="1816100"/>
            <a:ext cx="70554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1"/>
          <p:cNvSpPr txBox="1"/>
          <p:nvPr>
            <p:ph type="title"/>
          </p:nvPr>
        </p:nvSpPr>
        <p:spPr>
          <a:xfrm rot="5400000">
            <a:off x="5623539" y="1862649"/>
            <a:ext cx="3670200" cy="14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31"/>
          <p:cNvSpPr txBox="1"/>
          <p:nvPr>
            <p:ph idx="1" type="body"/>
          </p:nvPr>
        </p:nvSpPr>
        <p:spPr>
          <a:xfrm rot="5400000">
            <a:off x="1923768" y="-215751"/>
            <a:ext cx="3670200" cy="55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0045" lvl="0" marL="457200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indent="-360045" lvl="1" marL="914400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2pPr>
            <a:lvl3pPr indent="-360045" lvl="2" marL="1371600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3pPr>
            <a:lvl4pPr indent="-360045" lvl="3" marL="1828800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4pPr>
            <a:lvl5pPr indent="-360045" lvl="4" marL="2286000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5pPr>
            <a:lvl6pPr indent="-360045" lvl="5" marL="2743200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spcBef>
                <a:spcPts val="45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spcBef>
                <a:spcPts val="450"/>
              </a:spcBef>
              <a:spcAft>
                <a:spcPts val="45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144" name="Google Shape;144;p31"/>
          <p:cNvSpPr txBox="1"/>
          <p:nvPr>
            <p:ph idx="10" type="dt"/>
          </p:nvPr>
        </p:nvSpPr>
        <p:spPr>
          <a:xfrm>
            <a:off x="6508126" y="4476750"/>
            <a:ext cx="12003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31"/>
          <p:cNvSpPr txBox="1"/>
          <p:nvPr>
            <p:ph idx="11" type="ftr"/>
          </p:nvPr>
        </p:nvSpPr>
        <p:spPr>
          <a:xfrm>
            <a:off x="971551" y="4476750"/>
            <a:ext cx="54795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31"/>
          <p:cNvSpPr txBox="1"/>
          <p:nvPr>
            <p:ph idx="12" type="sldNum"/>
          </p:nvPr>
        </p:nvSpPr>
        <p:spPr>
          <a:xfrm>
            <a:off x="7765426" y="4476750"/>
            <a:ext cx="4071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47" name="Google Shape;147;p31"/>
          <p:cNvCxnSpPr/>
          <p:nvPr/>
        </p:nvCxnSpPr>
        <p:spPr>
          <a:xfrm>
            <a:off x="6647918" y="742950"/>
            <a:ext cx="0" cy="365760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8.xml"/><Relationship Id="rId22" Type="http://schemas.openxmlformats.org/officeDocument/2006/relationships/theme" Target="../theme/theme2.xml"/><Relationship Id="rId10" Type="http://schemas.openxmlformats.org/officeDocument/2006/relationships/slideLayout" Target="../slideLayouts/slideLayout7.xml"/><Relationship Id="rId21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2.jp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1.xml"/><Relationship Id="rId17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6.xml"/><Relationship Id="rId6" Type="http://schemas.openxmlformats.org/officeDocument/2006/relationships/slideLayout" Target="../slideLayouts/slideLayout3.xml"/><Relationship Id="rId18" Type="http://schemas.openxmlformats.org/officeDocument/2006/relationships/slideLayout" Target="../slideLayouts/slideLayout15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3"/>
          <p:cNvGrpSpPr/>
          <p:nvPr/>
        </p:nvGrpSpPr>
        <p:grpSpPr>
          <a:xfrm>
            <a:off x="-11802" y="0"/>
            <a:ext cx="9172472" cy="5142161"/>
            <a:chOff x="-15736" y="0"/>
            <a:chExt cx="12229962" cy="6856215"/>
          </a:xfrm>
        </p:grpSpPr>
        <p:pic>
          <p:nvPicPr>
            <p:cNvPr descr="HD-PanelContent.png" id="7" name="Google Shape;7;p1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0"/>
              <a:ext cx="12188827" cy="68562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" name="Google Shape;8;p13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cap="flat" cmpd="sng" w="15875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HDRibbonContent-UniformTrim.png" id="9" name="Google Shape;9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HDRibbonContent-UniformTrim.png" id="10" name="Google Shape;10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" name="Google Shape;11;p13"/>
          <p:cNvSpPr txBox="1"/>
          <p:nvPr>
            <p:ph type="title"/>
          </p:nvPr>
        </p:nvSpPr>
        <p:spPr>
          <a:xfrm>
            <a:off x="971552" y="736600"/>
            <a:ext cx="7200900" cy="9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300"/>
              <a:buFont typeface="Garamond"/>
              <a:buNone/>
              <a:defRPr b="0" i="0" sz="33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" type="body"/>
          </p:nvPr>
        </p:nvSpPr>
        <p:spPr>
          <a:xfrm>
            <a:off x="971551" y="1917699"/>
            <a:ext cx="7200900" cy="24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0045" lvl="0" marL="457200" marR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2070"/>
              <a:buFont typeface="Arial"/>
              <a:buChar char="•"/>
              <a:defRPr b="0" i="0" sz="18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-338138" lvl="1" marL="914400" marR="0" algn="l">
              <a:spcBef>
                <a:spcPts val="450"/>
              </a:spcBef>
              <a:spcAft>
                <a:spcPts val="0"/>
              </a:spcAft>
              <a:buClr>
                <a:schemeClr val="accent1"/>
              </a:buClr>
              <a:buSzPts val="1725"/>
              <a:buFont typeface="Arial"/>
              <a:buChar char="•"/>
              <a:defRPr b="0" i="0" sz="15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-327184" lvl="2" marL="1371600" marR="0" algn="l">
              <a:spcBef>
                <a:spcPts val="450"/>
              </a:spcBef>
              <a:spcAft>
                <a:spcPts val="0"/>
              </a:spcAft>
              <a:buClr>
                <a:schemeClr val="accent1"/>
              </a:buClr>
              <a:buSzPts val="1553"/>
              <a:buFont typeface="Arial"/>
              <a:buChar char="•"/>
              <a:defRPr b="0" i="0" sz="135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-316230" lvl="3" marL="1828800" marR="0" algn="l">
              <a:spcBef>
                <a:spcPts val="450"/>
              </a:spcBef>
              <a:spcAft>
                <a:spcPts val="0"/>
              </a:spcAft>
              <a:buClr>
                <a:schemeClr val="accent1"/>
              </a:buClr>
              <a:buSzPts val="1380"/>
              <a:buFont typeface="Arial"/>
              <a:buChar char="•"/>
              <a:defRPr b="0" i="0" sz="12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-305276" lvl="4" marL="2286000" marR="0" algn="l">
              <a:spcBef>
                <a:spcPts val="450"/>
              </a:spcBef>
              <a:spcAft>
                <a:spcPts val="0"/>
              </a:spcAft>
              <a:buClr>
                <a:schemeClr val="accent1"/>
              </a:buClr>
              <a:buSzPts val="1208"/>
              <a:buFont typeface="Arial"/>
              <a:buChar char="•"/>
              <a:defRPr b="0" i="0" sz="105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-305276" lvl="5" marL="2743200" marR="0" algn="l">
              <a:spcBef>
                <a:spcPts val="450"/>
              </a:spcBef>
              <a:spcAft>
                <a:spcPts val="0"/>
              </a:spcAft>
              <a:buClr>
                <a:schemeClr val="accent1"/>
              </a:buClr>
              <a:buSzPts val="1208"/>
              <a:buFont typeface="Arial"/>
              <a:buChar char="•"/>
              <a:defRPr b="0" i="0" sz="105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-305276" lvl="6" marL="3200400" marR="0" algn="l">
              <a:spcBef>
                <a:spcPts val="450"/>
              </a:spcBef>
              <a:spcAft>
                <a:spcPts val="0"/>
              </a:spcAft>
              <a:buClr>
                <a:schemeClr val="accent1"/>
              </a:buClr>
              <a:buSzPts val="1208"/>
              <a:buFont typeface="Arial"/>
              <a:buChar char="•"/>
              <a:defRPr b="0" i="0" sz="105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-305276" lvl="7" marL="3657600" marR="0" algn="l">
              <a:spcBef>
                <a:spcPts val="450"/>
              </a:spcBef>
              <a:spcAft>
                <a:spcPts val="0"/>
              </a:spcAft>
              <a:buClr>
                <a:schemeClr val="accent1"/>
              </a:buClr>
              <a:buSzPts val="1208"/>
              <a:buFont typeface="Arial"/>
              <a:buChar char="•"/>
              <a:defRPr b="0" i="0" sz="105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-305276" lvl="8" marL="4114800" marR="0" algn="l">
              <a:spcBef>
                <a:spcPts val="450"/>
              </a:spcBef>
              <a:spcAft>
                <a:spcPts val="450"/>
              </a:spcAft>
              <a:buClr>
                <a:schemeClr val="accent1"/>
              </a:buClr>
              <a:buSzPts val="1208"/>
              <a:buFont typeface="Arial"/>
              <a:buChar char="•"/>
              <a:defRPr b="0" i="0" sz="105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0" type="dt"/>
          </p:nvPr>
        </p:nvSpPr>
        <p:spPr>
          <a:xfrm>
            <a:off x="6508126" y="4476750"/>
            <a:ext cx="12003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5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1" type="ftr"/>
          </p:nvPr>
        </p:nvSpPr>
        <p:spPr>
          <a:xfrm>
            <a:off x="971551" y="4476750"/>
            <a:ext cx="54795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5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15" name="Google Shape;15;p13"/>
          <p:cNvSpPr txBox="1"/>
          <p:nvPr>
            <p:ph idx="12" type="sldNum"/>
          </p:nvPr>
        </p:nvSpPr>
        <p:spPr>
          <a:xfrm>
            <a:off x="7765426" y="4476750"/>
            <a:ext cx="4071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75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r">
              <a:spcBef>
                <a:spcPts val="0"/>
              </a:spcBef>
              <a:buNone/>
              <a:defRPr b="0" i="0" sz="75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r">
              <a:spcBef>
                <a:spcPts val="0"/>
              </a:spcBef>
              <a:buNone/>
              <a:defRPr b="0" i="0" sz="75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r">
              <a:spcBef>
                <a:spcPts val="0"/>
              </a:spcBef>
              <a:buNone/>
              <a:defRPr b="0" i="0" sz="75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r">
              <a:spcBef>
                <a:spcPts val="0"/>
              </a:spcBef>
              <a:buNone/>
              <a:defRPr b="0" i="0" sz="75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r">
              <a:spcBef>
                <a:spcPts val="0"/>
              </a:spcBef>
              <a:buNone/>
              <a:defRPr b="0" i="0" sz="75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r">
              <a:spcBef>
                <a:spcPts val="0"/>
              </a:spcBef>
              <a:buNone/>
              <a:defRPr b="0" i="0" sz="75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r">
              <a:spcBef>
                <a:spcPts val="0"/>
              </a:spcBef>
              <a:buNone/>
              <a:defRPr b="0" i="0" sz="75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r">
              <a:spcBef>
                <a:spcPts val="0"/>
              </a:spcBef>
              <a:buNone/>
              <a:defRPr b="0" i="0" sz="75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  <p:sldLayoutId id="2147483661" r:id="rId16"/>
    <p:sldLayoutId id="2147483662" r:id="rId17"/>
    <p:sldLayoutId id="2147483663" r:id="rId18"/>
    <p:sldLayoutId id="2147483664" r:id="rId19"/>
    <p:sldLayoutId id="2147483665" r:id="rId20"/>
    <p:sldLayoutId id="2147483666" r:id="rId2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slidemake.com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"/>
          <p:cNvSpPr/>
          <p:nvPr/>
        </p:nvSpPr>
        <p:spPr>
          <a:xfrm>
            <a:off x="51050" y="1596665"/>
            <a:ext cx="82296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chemeClr val="dk2"/>
                </a:solidFill>
                <a:latin typeface="Belleza"/>
                <a:ea typeface="Belleza"/>
                <a:cs typeface="Belleza"/>
                <a:sym typeface="Belleza"/>
              </a:rPr>
              <a:t>Tosca Automation Testing</a:t>
            </a:r>
            <a:endParaRPr b="0" i="0" sz="3000" u="none" cap="none" strike="noStrike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54" name="Google Shape;154;p1">
            <a:hlinkClick r:id="rId3"/>
          </p:cNvPr>
          <p:cNvSpPr/>
          <p:nvPr/>
        </p:nvSpPr>
        <p:spPr>
          <a:xfrm>
            <a:off x="7315200" y="457200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55" name="Google Shape;155;p1"/>
          <p:cNvSpPr txBox="1"/>
          <p:nvPr/>
        </p:nvSpPr>
        <p:spPr>
          <a:xfrm>
            <a:off x="4247885" y="3656030"/>
            <a:ext cx="457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Presenter name: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Balaji Dinakaran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"/>
          <p:cNvSpPr/>
          <p:nvPr/>
        </p:nvSpPr>
        <p:spPr>
          <a:xfrm>
            <a:off x="552157" y="974187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2"/>
                </a:solidFill>
                <a:latin typeface="Belleza"/>
                <a:ea typeface="Belleza"/>
                <a:cs typeface="Belleza"/>
                <a:sym typeface="Belleza"/>
              </a:rPr>
              <a:t>Table of contents</a:t>
            </a:r>
            <a:endParaRPr sz="2400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62" name="Google Shape;162;p2"/>
          <p:cNvSpPr/>
          <p:nvPr/>
        </p:nvSpPr>
        <p:spPr>
          <a:xfrm>
            <a:off x="742071" y="1700434"/>
            <a:ext cx="8039686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Tosca TestSuite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Benefits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features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Test Automation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Test Management works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Tosca Continuous Testing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Test Management works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Test Execution and Reporting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/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"/>
          <p:cNvSpPr/>
          <p:nvPr/>
        </p:nvSpPr>
        <p:spPr>
          <a:xfrm>
            <a:off x="552157" y="974187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2"/>
                </a:solidFill>
                <a:latin typeface="Belleza"/>
                <a:ea typeface="Belleza"/>
                <a:cs typeface="Belleza"/>
                <a:sym typeface="Belleza"/>
              </a:rPr>
              <a:t>Introduction </a:t>
            </a:r>
            <a:endParaRPr sz="2400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69" name="Google Shape;169;p3"/>
          <p:cNvSpPr/>
          <p:nvPr/>
        </p:nvSpPr>
        <p:spPr>
          <a:xfrm>
            <a:off x="742071" y="1700434"/>
            <a:ext cx="8039686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6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</a:br>
            <a:r>
              <a:rPr b="0" i="0" lang="en-US" sz="16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TOSCA (Test Orchestration, Automation, and Standardization) is a framework for automated testing that provides a model-based approach for defining, designing, and managing test cases and test assets. TOSCA Testing is a methodology and toolset that aims to streamline the entire testing process by focusing on standardization, reusability, and automation.</a:t>
            </a:r>
            <a:endParaRPr sz="16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ecfe71ccbc_0_0"/>
          <p:cNvSpPr txBox="1"/>
          <p:nvPr/>
        </p:nvSpPr>
        <p:spPr>
          <a:xfrm>
            <a:off x="759775" y="935925"/>
            <a:ext cx="7704600" cy="34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28600" lvl="0" marL="5715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 	What is TOSCA?</a:t>
            </a:r>
            <a:br>
              <a:rPr b="1" lang="en-US" sz="1100">
                <a:solidFill>
                  <a:schemeClr val="dk1"/>
                </a:solidFill>
              </a:rPr>
            </a:br>
            <a:r>
              <a:rPr lang="en-US" sz="1100">
                <a:solidFill>
                  <a:schemeClr val="dk1"/>
                </a:solidFill>
              </a:rPr>
              <a:t> TOSCA is a </a:t>
            </a:r>
            <a:r>
              <a:rPr b="1" lang="en-US" sz="1100">
                <a:solidFill>
                  <a:schemeClr val="dk1"/>
                </a:solidFill>
              </a:rPr>
              <a:t>model-based test automation tool by Tricentis</a:t>
            </a:r>
            <a:r>
              <a:rPr lang="en-US" sz="1100">
                <a:solidFill>
                  <a:schemeClr val="dk1"/>
                </a:solidFill>
              </a:rPr>
              <a:t> that allows automation without scripting using reusable modules.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What type of tool is Tosca?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Model-based automation tool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Scriptless automation tool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Enterprise-grade testing tool  (a </a:t>
            </a:r>
            <a:r>
              <a:rPr lang="en-US" sz="1200">
                <a:solidFill>
                  <a:srgbClr val="001D35"/>
                </a:solidFill>
                <a:highlight>
                  <a:srgbClr val="FFFFFF"/>
                </a:highlight>
              </a:rPr>
              <a:t>tool or application that meets the rigorous standards and requirements of large-scale enterprises or organizations</a:t>
            </a:r>
            <a:r>
              <a:rPr lang="en-US" sz="1100">
                <a:solidFill>
                  <a:schemeClr val="dk1"/>
                </a:solidFill>
              </a:rPr>
              <a:t>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 What are the main Tosca components?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Tosca Commander → Design, manage, and execute test cases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Tosca Executor → Dedicated execution agent (often used for unattended/distributed execution)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Repository → Stores test artifacts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DEX → Distributed execution engine (Distributed Execution for running tests across multiple machines) 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5"/>
          <p:cNvSpPr/>
          <p:nvPr/>
        </p:nvSpPr>
        <p:spPr>
          <a:xfrm>
            <a:off x="624849" y="93654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2"/>
                </a:solidFill>
                <a:latin typeface="Belleza"/>
                <a:ea typeface="Belleza"/>
                <a:cs typeface="Belleza"/>
                <a:sym typeface="Belleza"/>
              </a:rPr>
              <a:t>Benefits </a:t>
            </a:r>
            <a:endParaRPr sz="2400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995455" y="1715331"/>
            <a:ext cx="7758000" cy="24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Common Language and Framework:</a:t>
            </a:r>
            <a:r>
              <a:rPr b="0" i="0" lang="en-US" sz="16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 TOSCA provides a standardized language and framework for defining and executing tests, ensuring consistency across the testing process.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Consistent Quality:</a:t>
            </a:r>
            <a:r>
              <a:rPr b="0" i="0" lang="en-US" sz="16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6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Standardized testing practices lead to consistent quality assurance across projects and teams.</a:t>
            </a:r>
            <a:endParaRPr b="0" i="0" sz="16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Automation:</a:t>
            </a:r>
            <a:r>
              <a:rPr b="0" i="0" lang="en-US" sz="16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6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TOSCA enables the automation of test cases, reducing the need for manual intervention and significantly speeding up the testing process.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Parallel Execution:</a:t>
            </a:r>
            <a:r>
              <a:rPr b="0" i="0" lang="en-US" sz="16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6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TOSCA supports parallel execution of tests across multiple environments and configurations, further enhancing testing efficiency.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>
              <a:solidFill>
                <a:srgbClr val="37415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search-letsfade-com.herokuapp.com/proxy?url=https://www.inviul.com/wp-content/uploads/2017/07/Selenium.png" id="187" name="Google Shape;18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87034" y="1843977"/>
            <a:ext cx="2569190" cy="1998259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4"/>
          <p:cNvSpPr/>
          <p:nvPr/>
        </p:nvSpPr>
        <p:spPr>
          <a:xfrm>
            <a:off x="2887034" y="550396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2"/>
                </a:solidFill>
                <a:latin typeface="Belleza"/>
                <a:ea typeface="Belleza"/>
                <a:cs typeface="Belleza"/>
                <a:sym typeface="Belleza"/>
              </a:rPr>
              <a:t> Tosca TestSuite</a:t>
            </a:r>
            <a:endParaRPr sz="2400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89" name="Google Shape;189;p4"/>
          <p:cNvSpPr/>
          <p:nvPr/>
        </p:nvSpPr>
        <p:spPr>
          <a:xfrm>
            <a:off x="457200" y="1051560"/>
            <a:ext cx="8039686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190" name="Google Shape;19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27724" y="1381616"/>
            <a:ext cx="3287810" cy="3211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ecfe71ccbc_0_7"/>
          <p:cNvSpPr txBox="1"/>
          <p:nvPr/>
        </p:nvSpPr>
        <p:spPr>
          <a:xfrm>
            <a:off x="676575" y="1127100"/>
            <a:ext cx="8264400" cy="33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What is Workspace in Tosca?</a:t>
            </a:r>
            <a:br>
              <a:rPr b="1" lang="en-US" sz="1100">
                <a:solidFill>
                  <a:schemeClr val="dk1"/>
                </a:solidFill>
              </a:rPr>
            </a:br>
            <a:r>
              <a:rPr lang="en-US" sz="1100">
                <a:solidFill>
                  <a:schemeClr val="dk1"/>
                </a:solidFill>
              </a:rPr>
              <a:t> Workspace is the environment where all test assets (modules, test cases, execution lists) are stored.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What is a TestCase?</a:t>
            </a:r>
            <a:br>
              <a:rPr b="1" lang="en-US" sz="1100">
                <a:solidFill>
                  <a:schemeClr val="dk1"/>
                </a:solidFill>
              </a:rPr>
            </a:br>
            <a:r>
              <a:rPr lang="en-US" sz="1100">
                <a:solidFill>
                  <a:schemeClr val="dk1"/>
                </a:solidFill>
              </a:rPr>
              <a:t> A TestCase is a set of steps that defines a complete business flow.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What is a Module?</a:t>
            </a:r>
            <a:br>
              <a:rPr b="1" lang="en-US" sz="1100">
                <a:solidFill>
                  <a:schemeClr val="dk1"/>
                </a:solidFill>
              </a:rPr>
            </a:br>
            <a:r>
              <a:rPr lang="en-US" sz="1100">
                <a:solidFill>
                  <a:schemeClr val="dk1"/>
                </a:solidFill>
              </a:rPr>
              <a:t> A Module represents UI elements (like username, password, buttons).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What is a Tosca Repository?</a:t>
            </a:r>
            <a:br>
              <a:rPr b="1" lang="en-US" sz="1100">
                <a:solidFill>
                  <a:schemeClr val="dk1"/>
                </a:solidFill>
              </a:rPr>
            </a:br>
            <a:r>
              <a:rPr lang="en-US" sz="1100">
                <a:solidFill>
                  <a:schemeClr val="dk1"/>
                </a:solidFill>
              </a:rPr>
              <a:t> A central storage location where all test assets are saved and shared.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What is XScan used for?</a:t>
            </a:r>
            <a:br>
              <a:rPr b="1" lang="en-US" sz="1100">
                <a:solidFill>
                  <a:schemeClr val="dk1"/>
                </a:solidFill>
              </a:rPr>
            </a:br>
            <a:r>
              <a:rPr lang="en-US" sz="1100">
                <a:solidFill>
                  <a:schemeClr val="dk1"/>
                </a:solidFill>
              </a:rPr>
              <a:t> XScan is used to identify UI elements from web applications and create modules.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7"/>
          <p:cNvSpPr/>
          <p:nvPr/>
        </p:nvSpPr>
        <p:spPr>
          <a:xfrm>
            <a:off x="597877" y="826454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2"/>
                </a:solidFill>
                <a:latin typeface="Belleza"/>
                <a:ea typeface="Belleza"/>
                <a:cs typeface="Belleza"/>
                <a:sym typeface="Belleza"/>
              </a:rPr>
              <a:t>Test Automation</a:t>
            </a:r>
            <a:endParaRPr sz="2400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794823" y="1635369"/>
            <a:ext cx="411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</a:pPr>
            <a:r>
              <a:rPr lang="en-US" sz="16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Tosca Test Suite allows the creation of automated test cases using a model-based approach.</a:t>
            </a:r>
            <a:endParaRPr sz="16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</a:pPr>
            <a:r>
              <a:rPr lang="en-US" sz="16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It provides a graphical user interface for test design, making it easy to create and maintain test cases.</a:t>
            </a:r>
            <a:endParaRPr sz="16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</a:pPr>
            <a:r>
              <a:rPr lang="en-US" sz="16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Tosca Test Suite supports various technologies, including web, desktop, mobile, and API testing.</a:t>
            </a:r>
            <a:endParaRPr sz="16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descr="https://search-letsfade-com.herokuapp.com/proxy?url=https://testinggenez.com/wp-content/uploads/2019/11/Tricentis-Tosca-Automated-Testing-1024x800-1024x800.png?x69794" id="203" name="Google Shape;20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72929" y="1635369"/>
            <a:ext cx="3284808" cy="2554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"/>
          <p:cNvSpPr/>
          <p:nvPr/>
        </p:nvSpPr>
        <p:spPr>
          <a:xfrm>
            <a:off x="2229730" y="762586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2"/>
                </a:solidFill>
                <a:latin typeface="Belleza"/>
                <a:ea typeface="Belleza"/>
                <a:cs typeface="Belleza"/>
                <a:sym typeface="Belleza"/>
              </a:rPr>
              <a:t>Test Management</a:t>
            </a:r>
            <a:r>
              <a:rPr lang="en-US" sz="240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  <a:r>
              <a:rPr b="1" lang="en-US" sz="2400">
                <a:solidFill>
                  <a:schemeClr val="dk2"/>
                </a:solidFill>
                <a:latin typeface="Belleza"/>
                <a:ea typeface="Belleza"/>
                <a:cs typeface="Belleza"/>
                <a:sym typeface="Belleza"/>
              </a:rPr>
              <a:t>works </a:t>
            </a:r>
            <a:endParaRPr sz="2400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211" name="Google Shape;21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07100" y="1439025"/>
            <a:ext cx="4909201" cy="2766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9"/>
          <p:cNvSpPr/>
          <p:nvPr/>
        </p:nvSpPr>
        <p:spPr>
          <a:xfrm>
            <a:off x="682284" y="1083212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2"/>
                </a:solidFill>
                <a:latin typeface="Belleza"/>
                <a:ea typeface="Belleza"/>
                <a:cs typeface="Belleza"/>
                <a:sym typeface="Belleza"/>
              </a:rPr>
              <a:t>Tosca Continuous Testing</a:t>
            </a:r>
            <a:endParaRPr sz="2400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1048043" y="1906172"/>
            <a:ext cx="7413673" cy="3008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</a:pPr>
            <a:r>
              <a:rPr lang="en-US" sz="16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Tosca Test Suite supports continuous testing, enabling the integration of testing into the DevOps pipeline.</a:t>
            </a:r>
            <a:endParaRPr sz="16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</a:pPr>
            <a:r>
              <a:rPr lang="en-US" sz="16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It seamlessly integrates with popular CI/CD tools, ensuring continuous integration and delivery.</a:t>
            </a:r>
            <a:endParaRPr sz="16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</a:pPr>
            <a:r>
              <a:rPr lang="en-US" sz="16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Tosca Continuous Testing helps accelerate software delivery without compromising on quality.</a:t>
            </a:r>
            <a:endParaRPr sz="16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0"/>
          <p:cNvSpPr/>
          <p:nvPr/>
        </p:nvSpPr>
        <p:spPr>
          <a:xfrm>
            <a:off x="914400" y="986431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Test Execution and Reporting</a:t>
            </a:r>
            <a:endParaRPr sz="24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26" name="Google Shape;226;p10"/>
          <p:cNvSpPr txBox="1"/>
          <p:nvPr/>
        </p:nvSpPr>
        <p:spPr>
          <a:xfrm>
            <a:off x="1030458" y="1765496"/>
            <a:ext cx="6791178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⮚"/>
            </a:pPr>
            <a:r>
              <a:rPr lang="en-US" sz="18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Tosca Test Suite offers a powerful test execution engine.</a:t>
            </a: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⮚"/>
            </a:pPr>
            <a:r>
              <a:rPr lang="en-US" sz="18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It provides real-time visibility into test execution progress and results.</a:t>
            </a: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⮚"/>
            </a:pPr>
            <a:r>
              <a:rPr lang="en-US" sz="18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Tosca Test Suite generates comprehensive test reports, allowing for effective test analysis and reporting.</a:t>
            </a: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"/>
          <p:cNvSpPr/>
          <p:nvPr/>
        </p:nvSpPr>
        <p:spPr>
          <a:xfrm>
            <a:off x="583810" y="1069145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2"/>
                </a:solidFill>
                <a:latin typeface="Belleza"/>
                <a:ea typeface="Belleza"/>
                <a:cs typeface="Belleza"/>
                <a:sym typeface="Belleza"/>
              </a:rPr>
              <a:t>Conclusion</a:t>
            </a:r>
            <a:endParaRPr sz="2400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33" name="Google Shape;233;p11"/>
          <p:cNvSpPr/>
          <p:nvPr/>
        </p:nvSpPr>
        <p:spPr>
          <a:xfrm>
            <a:off x="682283" y="1920240"/>
            <a:ext cx="7934178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TOSCA (Test Orchestration, Automation, and Standardization) Testing presents a robust framework for modern software testing needs. By emphasizing automation, standardization, and collaboration, TOSCA Testing offers numerous advantages to organizations striving to enhance their testing processes and deliver high-quality software products efficiently. </a:t>
            </a:r>
            <a:endParaRPr sz="16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2"/>
          <p:cNvSpPr/>
          <p:nvPr/>
        </p:nvSpPr>
        <p:spPr>
          <a:xfrm>
            <a:off x="3180130" y="1806889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2"/>
                </a:solidFill>
                <a:latin typeface="Belleza"/>
                <a:ea typeface="Belleza"/>
                <a:cs typeface="Belleza"/>
                <a:sym typeface="Belleza"/>
              </a:rPr>
              <a:t>Thank you</a:t>
            </a:r>
            <a:endParaRPr sz="3600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40" name="Google Shape;240;p12"/>
          <p:cNvSpPr/>
          <p:nvPr/>
        </p:nvSpPr>
        <p:spPr>
          <a:xfrm>
            <a:off x="682283" y="1920240"/>
            <a:ext cx="7934178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241" name="Google Shape;24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1036" y="483860"/>
            <a:ext cx="1571933" cy="523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rganic">
  <a:themeElements>
    <a:clrScheme name="Organic">
      <a:dk1>
        <a:srgbClr val="000000"/>
      </a:dk1>
      <a:lt1>
        <a:srgbClr val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2024-01-25T08:41:50Z</dcterms:created>
  <dc:creator>SlideMake.com</dc:creator>
</cp:coreProperties>
</file>